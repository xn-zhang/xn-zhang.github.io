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300" d="100"/>
          <a:sy n="300" d="100"/>
        </p:scale>
        <p:origin x="-6726" y="-41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D6B674D-AF7B-479C-A38B-402C79AAF3A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0D287AA2-A818-4D8C-A854-47617A0BAEC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480B624-D0C6-45CD-BE55-31D157D80F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755E5F-B6E1-4E91-B0F5-F7F6A2A30C57}" type="datetimeFigureOut">
              <a:rPr lang="zh-CN" altLang="en-US" smtClean="0"/>
              <a:t>2020/12/4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3A6D2C0-0D66-48D2-81F6-466D121D07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6784C74-159D-462A-9C47-8F64848AF1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7D1A9A-BC9B-4CBF-AC51-68E17FF4ADE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83572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C746AA4-1B35-4F60-A3FD-DE1CBBEA8D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99BE01C-B99D-4272-A15C-57828FFF8F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213EF7D-42C4-4F61-946E-420DA11409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755E5F-B6E1-4E91-B0F5-F7F6A2A30C57}" type="datetimeFigureOut">
              <a:rPr lang="zh-CN" altLang="en-US" smtClean="0"/>
              <a:t>2020/12/4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9BFEC86-EDFA-4F84-BB1B-C7CA0451BB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46D4E0C-1965-4109-81A8-49906B26DD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7D1A9A-BC9B-4CBF-AC51-68E17FF4ADE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87194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B9B8AF8-9C77-4378-B881-DEC35BA9DD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35AEF064-B709-4243-B53E-7210B02518E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4049CF0-290D-4A6E-BE25-0619C30B2D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755E5F-B6E1-4E91-B0F5-F7F6A2A30C57}" type="datetimeFigureOut">
              <a:rPr lang="zh-CN" altLang="en-US" smtClean="0"/>
              <a:t>2020/12/4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7FD86EA-E306-4FDB-9DD3-822D214780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8766B48-41C7-421E-96C0-B497A03F1C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7D1A9A-BC9B-4CBF-AC51-68E17FF4ADE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956070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EB4DD00-E384-43F1-B5DD-F59CA009FA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4A101D2-97AC-49A7-B2ED-59825104C4F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0F720BA4-1A4C-436C-99C8-6006456B5B9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D8B68F9D-2EA2-4222-A962-F2C93DE352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755E5F-B6E1-4E91-B0F5-F7F6A2A30C57}" type="datetimeFigureOut">
              <a:rPr lang="zh-CN" altLang="en-US" smtClean="0"/>
              <a:t>2020/12/4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BC3C29C-5C5C-4AB6-B026-65FE2C5633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10BA166-AA14-49AF-B93F-97636648CF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7D1A9A-BC9B-4CBF-AC51-68E17FF4ADE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430567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83D6BA8-B630-4935-AEAC-61ADE1F39B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B4AC51B8-D133-4B4E-95F2-E1A0032DEE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C3B38B00-53D8-466E-A216-C101EABB038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47FBF145-5307-4C8A-84D1-838DDE71262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52E6BC9E-814F-43D9-85E5-78820999ABB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293CECA1-D4C8-4F2B-BA07-B6134D5BDE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755E5F-B6E1-4E91-B0F5-F7F6A2A30C57}" type="datetimeFigureOut">
              <a:rPr lang="zh-CN" altLang="en-US" smtClean="0"/>
              <a:t>2020/12/4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4A95A54E-DB36-46B8-AF29-28E936A4C4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4D5A22B4-0533-4AB0-B82A-80F72CC8A8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7D1A9A-BC9B-4CBF-AC51-68E17FF4ADE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189893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5365D53-4927-4400-8A52-7C594B3907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2B40A92D-6F5C-4D08-90DB-A2ED470F0F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755E5F-B6E1-4E91-B0F5-F7F6A2A30C57}" type="datetimeFigureOut">
              <a:rPr lang="zh-CN" altLang="en-US" smtClean="0"/>
              <a:t>2020/12/4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133A94D8-8BF2-40D4-9EE3-B8BBF1EC7E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7FEC5399-A86B-4A6B-859C-244F84519F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7D1A9A-BC9B-4CBF-AC51-68E17FF4ADE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175259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732091BC-F932-4F61-AB2E-FA7F65A608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755E5F-B6E1-4E91-B0F5-F7F6A2A30C57}" type="datetimeFigureOut">
              <a:rPr lang="zh-CN" altLang="en-US" smtClean="0"/>
              <a:t>2020/12/4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01B1CC68-A727-44D9-AE7E-36AACEB143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27EBF14-046E-4C66-88C4-2903290AA6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7D1A9A-BC9B-4CBF-AC51-68E17FF4ADE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159269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D35BA6A-B2A6-4CC3-9D20-F58F0D9A59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E34188C-6A67-4A18-A91C-22F3AB3726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7534D6C1-DD61-4E17-910C-8225D9C94DF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5C79EF85-EAFE-48AF-904D-50EE246046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755E5F-B6E1-4E91-B0F5-F7F6A2A30C57}" type="datetimeFigureOut">
              <a:rPr lang="zh-CN" altLang="en-US" smtClean="0"/>
              <a:t>2020/12/4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2466371-AABB-4003-A7CB-573F2BD2A3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7D31FA97-A981-4164-A42F-A44F9FDF49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7D1A9A-BC9B-4CBF-AC51-68E17FF4ADE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406582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CF0D967-467D-4795-B781-0F0F388ADD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403AB0AF-8C2D-4C87-B225-D93DE2EC73A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77EEEC10-277A-4245-BA0D-3A17ABD2C31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0DD0C929-8D88-42F7-9013-8BDA2C4DE2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755E5F-B6E1-4E91-B0F5-F7F6A2A30C57}" type="datetimeFigureOut">
              <a:rPr lang="zh-CN" altLang="en-US" smtClean="0"/>
              <a:t>2020/12/4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53361797-48C9-4A13-BF57-42242DE10A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A4BBF5-095D-40F2-8F60-F5840DF53E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7D1A9A-BC9B-4CBF-AC51-68E17FF4ADE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188213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5E76739-2BF4-46C4-A80F-D8DD272D58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7E92B1E3-8157-466C-8DDB-90ADAC99078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9390EEA-E43B-4FFF-B7E1-93FD609CB3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755E5F-B6E1-4E91-B0F5-F7F6A2A30C57}" type="datetimeFigureOut">
              <a:rPr lang="zh-CN" altLang="en-US" smtClean="0"/>
              <a:t>2020/12/4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514FAC0-AD1B-4538-86C0-4E8A653A2C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AF7E2F4-3C7B-47F2-826D-51E8AD8E1D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7D1A9A-BC9B-4CBF-AC51-68E17FF4ADE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884289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2EF62432-E389-4075-A7B5-F5CC1DE93ED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053168EC-4819-4B39-9F57-4DB650B61B2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A6E71BD-0A2B-4CF4-B783-F6F36A8BAC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755E5F-B6E1-4E91-B0F5-F7F6A2A30C57}" type="datetimeFigureOut">
              <a:rPr lang="zh-CN" altLang="en-US" smtClean="0"/>
              <a:t>2020/12/4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9A6F525-91E9-4DA9-B829-F1F4526CCF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A055F93-7634-48B9-9BE5-96FB16575E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7D1A9A-BC9B-4CBF-AC51-68E17FF4ADE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31818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15AA330B-58E9-46A6-8DBF-58FF59C9C4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EF26EEA-FE46-408C-AABB-62CA07A2858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51B4DA3-8D8B-46BD-BCA1-2D884CE5573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6755E5F-B6E1-4E91-B0F5-F7F6A2A30C57}" type="datetimeFigureOut">
              <a:rPr lang="zh-CN" altLang="en-US" smtClean="0"/>
              <a:t>2020/12/4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958620-0B4E-4690-B12C-09B2BD103C1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1E4C9B5-9F84-4528-B45A-529D34CD3E9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47D1A9A-BC9B-4CBF-AC51-68E17FF4ADE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347191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 descr="男人穿着衬衫&#10;&#10;描述已自动生成">
            <a:extLst>
              <a:ext uri="{FF2B5EF4-FFF2-40B4-BE49-F238E27FC236}">
                <a16:creationId xmlns:a16="http://schemas.microsoft.com/office/drawing/2014/main" id="{81E93079-CC28-4E79-8F3A-A85DBCBF870D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1874" t="-2268" r="-8240" b="9863"/>
          <a:stretch/>
        </p:blipFill>
        <p:spPr>
          <a:xfrm>
            <a:off x="5443538" y="2916851"/>
            <a:ext cx="1123950" cy="11646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51469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图示&#10;&#10;描述已自动生成">
            <a:extLst>
              <a:ext uri="{FF2B5EF4-FFF2-40B4-BE49-F238E27FC236}">
                <a16:creationId xmlns:a16="http://schemas.microsoft.com/office/drawing/2014/main" id="{C67874D1-68F4-4178-8DBC-F79EBD87E7E4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2192"/>
          <a:stretch/>
        </p:blipFill>
        <p:spPr>
          <a:xfrm>
            <a:off x="4548129" y="2705101"/>
            <a:ext cx="2926913" cy="13926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632045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523</TotalTime>
  <Words>0</Words>
  <Application>Microsoft Office PowerPoint</Application>
  <PresentationFormat>宽屏</PresentationFormat>
  <Paragraphs>0</Paragraphs>
  <Slides>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6" baseType="lpstr">
      <vt:lpstr>等线</vt:lpstr>
      <vt:lpstr>等线 Light</vt:lpstr>
      <vt:lpstr>Arial</vt:lpstr>
      <vt:lpstr>Office 主题​​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ZHANG, Siuning [Alumni]</dc:creator>
  <cp:lastModifiedBy>ZHANG, Siuning [Alumni]</cp:lastModifiedBy>
  <cp:revision>2</cp:revision>
  <dcterms:created xsi:type="dcterms:W3CDTF">2020-12-04T03:26:27Z</dcterms:created>
  <dcterms:modified xsi:type="dcterms:W3CDTF">2020-12-04T12:10:09Z</dcterms:modified>
</cp:coreProperties>
</file>